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9144000" cy="6858000"/>
  <p:embeddedFontLst>
    <p:embeddedFont>
      <p:font typeface="Libre Franklin" pitchFamily="2" charset="77"/>
      <p:regular r:id="rId7"/>
      <p:bold r:id="rId8"/>
      <p:italic r:id="rId9"/>
      <p:boldItalic r:id="rId10"/>
    </p:embeddedFont>
    <p:embeddedFont>
      <p:font typeface="Malgun Gothic" panose="020B0503020000020004" pitchFamily="34" charset="-127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3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RqkWnPS+4kT94pUb9A0QO5LYG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85"/>
    <p:restoredTop sz="94613"/>
  </p:normalViewPr>
  <p:slideViewPr>
    <p:cSldViewPr snapToGrid="0">
      <p:cViewPr varScale="1">
        <p:scale>
          <a:sx n="128" d="100"/>
          <a:sy n="128" d="100"/>
        </p:scale>
        <p:origin x="656" y="176"/>
      </p:cViewPr>
      <p:guideLst>
        <p:guide orient="horz" pos="15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50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49" Type="http://schemas.openxmlformats.org/officeDocument/2006/relationships/presProps" Target="presProps.xml"/><Relationship Id="rId10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7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82296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7"/>
          <p:cNvSpPr txBox="1">
            <a:spLocks noGrp="1"/>
          </p:cNvSpPr>
          <p:nvPr>
            <p:ph type="body" idx="1"/>
          </p:nvPr>
        </p:nvSpPr>
        <p:spPr>
          <a:xfrm>
            <a:off x="457200" y="4114800"/>
            <a:ext cx="40401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8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body" idx="2"/>
          </p:nvPr>
        </p:nvSpPr>
        <p:spPr>
          <a:xfrm>
            <a:off x="4645026" y="4114800"/>
            <a:ext cx="40419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8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7"/>
          <p:cNvSpPr txBox="1">
            <a:spLocks noGrp="1"/>
          </p:cNvSpPr>
          <p:nvPr>
            <p:ph type="body" idx="3"/>
          </p:nvPr>
        </p:nvSpPr>
        <p:spPr>
          <a:xfrm>
            <a:off x="457200" y="1137706"/>
            <a:ext cx="4040100" cy="29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⦿"/>
              <a:defRPr sz="1800"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⚫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400"/>
            </a:lvl3pPr>
            <a:lvl4pPr marL="1828800" lvl="3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⚫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-"/>
              <a:defRPr sz="12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47"/>
          <p:cNvSpPr txBox="1">
            <a:spLocks noGrp="1"/>
          </p:cNvSpPr>
          <p:nvPr>
            <p:ph type="body" idx="4"/>
          </p:nvPr>
        </p:nvSpPr>
        <p:spPr>
          <a:xfrm>
            <a:off x="4645026" y="1137706"/>
            <a:ext cx="4041900" cy="29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⦿"/>
              <a:defRPr sz="1800"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⚫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400"/>
            </a:lvl3pPr>
            <a:lvl4pPr marL="1828800" lvl="3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⚫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-"/>
              <a:defRPr sz="12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7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>
            <a:spLocks noGrp="1"/>
          </p:cNvSpPr>
          <p:nvPr>
            <p:ph type="title"/>
          </p:nvPr>
        </p:nvSpPr>
        <p:spPr>
          <a:xfrm>
            <a:off x="457200" y="889147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2857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bre Franklin"/>
              <a:buNone/>
              <a:defRPr sz="14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0"/>
          <p:cNvSpPr txBox="1">
            <a:spLocks noGrp="1"/>
          </p:cNvSpPr>
          <p:nvPr>
            <p:ph type="body" idx="1"/>
          </p:nvPr>
        </p:nvSpPr>
        <p:spPr>
          <a:xfrm>
            <a:off x="457200" y="16081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2857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6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body" idx="2"/>
          </p:nvPr>
        </p:nvSpPr>
        <p:spPr>
          <a:xfrm>
            <a:off x="457200" y="1485900"/>
            <a:ext cx="7086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⦿"/>
              <a:defRPr sz="21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⚫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7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⚫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-"/>
              <a:defRPr sz="15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sldNum" idx="12"/>
          </p:nvPr>
        </p:nvSpPr>
        <p:spPr>
          <a:xfrm>
            <a:off x="8156575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>
            <a:spLocks noGrp="1"/>
          </p:cNvSpPr>
          <p:nvPr>
            <p:ph type="title"/>
          </p:nvPr>
        </p:nvSpPr>
        <p:spPr>
          <a:xfrm>
            <a:off x="5556732" y="1279282"/>
            <a:ext cx="30540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ibre Franklin"/>
              <a:buNone/>
              <a:defRPr sz="17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1"/>
          <p:cNvSpPr>
            <a:spLocks noGrp="1"/>
          </p:cNvSpPr>
          <p:nvPr>
            <p:ph type="pic" idx="2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rgbClr val="2B2B2B"/>
          </a:solidFill>
          <a:ln w="508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52000" dist="345000" dir="5400000" sx="-80000" sy="-18000" rotWithShape="0">
              <a:srgbClr val="000000">
                <a:alpha val="21568"/>
              </a:srgbClr>
            </a:outerShdw>
          </a:effectLst>
        </p:spPr>
      </p:sp>
      <p:sp>
        <p:nvSpPr>
          <p:cNvPr id="36" name="Google Shape;36;p51"/>
          <p:cNvSpPr txBox="1">
            <a:spLocks noGrp="1"/>
          </p:cNvSpPr>
          <p:nvPr>
            <p:ph type="body" idx="1"/>
          </p:nvPr>
        </p:nvSpPr>
        <p:spPr>
          <a:xfrm>
            <a:off x="5556734" y="2249076"/>
            <a:ext cx="3054000" cy="19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Font typeface="Arial"/>
              <a:buNone/>
              <a:defRPr sz="9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Arial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Font typeface="Arial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600"/>
              <a:buFont typeface="Arial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1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74676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2"/>
          <p:cNvSpPr txBox="1">
            <a:spLocks noGrp="1"/>
          </p:cNvSpPr>
          <p:nvPr>
            <p:ph type="body" idx="1"/>
          </p:nvPr>
        </p:nvSpPr>
        <p:spPr>
          <a:xfrm rot="5400000">
            <a:off x="2493750" y="-836377"/>
            <a:ext cx="3394500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⦿"/>
              <a:defRPr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4pPr>
            <a:lvl5pPr marL="2286000" lvl="4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2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2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3"/>
          <p:cNvSpPr txBox="1">
            <a:spLocks noGrp="1"/>
          </p:cNvSpPr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3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1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⦿"/>
              <a:defRPr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4pPr>
            <a:lvl5pPr marL="2286000" lvl="4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3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3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3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74676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457200" y="1200172"/>
            <a:ext cx="7467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marR="0" lvl="0" indent="-3492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⦿"/>
              <a:defRPr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○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D89A4"/>
              </a:buClr>
              <a:buSzPts val="1400"/>
              <a:buFont typeface="Noto Sans Symbols"/>
              <a:buChar char="⚫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48560"/>
              </a:buClr>
              <a:buSzPts val="1500"/>
              <a:buFont typeface="Arial"/>
              <a:buChar char="-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Char char="-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9A99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9A99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9144000" cy="318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 dirty="0" err="1">
                <a:solidFill>
                  <a:srgbClr val="FFFFFF"/>
                </a:solidFill>
                <a:latin typeface="Malgun Gothic"/>
              </a:rPr>
              <a:t>주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여호와는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광대하시도다</a:t>
            </a:r>
            <a:endParaRPr sz="4500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sz="4000" dirty="0" err="1">
                <a:solidFill>
                  <a:srgbClr val="FFFFFF"/>
                </a:solidFill>
                <a:latin typeface="Malgun Gothic"/>
              </a:rPr>
              <a:t>그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거룩한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하나님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성에서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찬양할지어다</a:t>
            </a:r>
            <a:endParaRPr sz="4000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sz="3600" dirty="0">
                <a:solidFill>
                  <a:srgbClr val="FFDC3C"/>
                </a:solidFill>
                <a:latin typeface="Arial"/>
              </a:rPr>
              <a:t>Great is the Lord and most worthy of praise</a:t>
            </a:r>
          </a:p>
          <a:p>
            <a:pPr algn="ctr"/>
            <a:r>
              <a:rPr sz="4000" dirty="0">
                <a:solidFill>
                  <a:srgbClr val="FFDC3C"/>
                </a:solidFill>
                <a:latin typeface="Arial"/>
              </a:rPr>
              <a:t>And the city of our God, the holy place, The joy of the whole Earth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9144000" cy="31547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 dirty="0" err="1">
                <a:solidFill>
                  <a:srgbClr val="FFFFFF"/>
                </a:solidFill>
                <a:latin typeface="Malgun Gothic"/>
              </a:rPr>
              <a:t>주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승리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우리에게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주셨도다</a:t>
            </a:r>
            <a:endParaRPr sz="4500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sz="4000" dirty="0" err="1">
                <a:solidFill>
                  <a:srgbClr val="FFFFFF"/>
                </a:solidFill>
                <a:latin typeface="Malgun Gothic"/>
              </a:rPr>
              <a:t>모든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원수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물리치셨네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,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엎드려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절하세</a:t>
            </a:r>
            <a:endParaRPr sz="4000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sz="3400" dirty="0">
                <a:solidFill>
                  <a:srgbClr val="FFDC3C"/>
                </a:solidFill>
                <a:latin typeface="Arial"/>
              </a:rPr>
              <a:t>Great is the Lord in whom we have the victory</a:t>
            </a:r>
          </a:p>
          <a:p>
            <a:pPr algn="ctr"/>
            <a:r>
              <a:rPr sz="4000" dirty="0">
                <a:solidFill>
                  <a:srgbClr val="FFDC3C"/>
                </a:solidFill>
                <a:latin typeface="Arial"/>
              </a:rPr>
              <a:t>He aids us against the enemy. </a:t>
            </a:r>
            <a:br>
              <a:rPr lang="en-US" sz="4000" dirty="0">
                <a:solidFill>
                  <a:srgbClr val="FFDC3C"/>
                </a:solidFill>
                <a:latin typeface="Arial"/>
              </a:rPr>
            </a:br>
            <a:r>
              <a:rPr sz="4000" dirty="0">
                <a:solidFill>
                  <a:srgbClr val="FFDC3C"/>
                </a:solidFill>
                <a:latin typeface="Arial"/>
              </a:rPr>
              <a:t>We bow down on our knees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9144000" cy="318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 dirty="0" err="1">
                <a:solidFill>
                  <a:srgbClr val="FFFFFF"/>
                </a:solidFill>
                <a:latin typeface="Malgun Gothic"/>
              </a:rPr>
              <a:t>다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주의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크신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이름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높이며</a:t>
            </a:r>
            <a:endParaRPr sz="4500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sz="4000" dirty="0" err="1">
                <a:solidFill>
                  <a:srgbClr val="FFFFFF"/>
                </a:solidFill>
                <a:latin typeface="Malgun Gothic"/>
              </a:rPr>
              <a:t>우리에게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행하신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위대한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일</a:t>
            </a:r>
            <a:r>
              <a:rPr sz="40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algun Gothic"/>
              </a:rPr>
              <a:t>감사하세</a:t>
            </a:r>
            <a:endParaRPr sz="4000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sz="3600" dirty="0">
                <a:solidFill>
                  <a:srgbClr val="FFDC3C"/>
                </a:solidFill>
                <a:latin typeface="Arial"/>
              </a:rPr>
              <a:t>And Lord, we want to lift Your name on high</a:t>
            </a:r>
          </a:p>
          <a:p>
            <a:pPr algn="ctr"/>
            <a:r>
              <a:rPr sz="4000" dirty="0">
                <a:solidFill>
                  <a:srgbClr val="FFDC3C"/>
                </a:solidFill>
                <a:latin typeface="Arial"/>
              </a:rPr>
              <a:t>And Lord, we want to thank You. </a:t>
            </a:r>
            <a:br>
              <a:rPr lang="en-US" sz="4000" dirty="0">
                <a:solidFill>
                  <a:srgbClr val="FFDC3C"/>
                </a:solidFill>
                <a:latin typeface="Arial"/>
              </a:rPr>
            </a:br>
            <a:r>
              <a:rPr sz="4000" dirty="0">
                <a:solidFill>
                  <a:srgbClr val="FFDC3C"/>
                </a:solidFill>
                <a:latin typeface="Arial"/>
              </a:rPr>
              <a:t>For the works You′ve done in our lives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9144000" cy="39549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 dirty="0" err="1">
                <a:solidFill>
                  <a:srgbClr val="FFFFFF"/>
                </a:solidFill>
                <a:latin typeface="Malgun Gothic"/>
              </a:rPr>
              <a:t>오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주의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신실하신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그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사랑</a:t>
            </a:r>
            <a:endParaRPr sz="4500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sz="4500" dirty="0" err="1">
                <a:solidFill>
                  <a:srgbClr val="FFFFFF"/>
                </a:solidFill>
                <a:latin typeface="Malgun Gothic"/>
              </a:rPr>
              <a:t>온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땅과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하늘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위에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계셔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br>
              <a:rPr lang="en-US" sz="4500" dirty="0">
                <a:solidFill>
                  <a:srgbClr val="FFFFFF"/>
                </a:solidFill>
                <a:latin typeface="Malgun Gothic"/>
              </a:rPr>
            </a:br>
            <a:r>
              <a:rPr sz="4500" dirty="0" err="1">
                <a:solidFill>
                  <a:srgbClr val="FFFFFF"/>
                </a:solidFill>
                <a:latin typeface="Malgun Gothic"/>
              </a:rPr>
              <a:t>홀로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영원하신</a:t>
            </a:r>
            <a:r>
              <a:rPr sz="450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500" dirty="0" err="1">
                <a:solidFill>
                  <a:srgbClr val="FFFFFF"/>
                </a:solidFill>
                <a:latin typeface="Malgun Gothic"/>
              </a:rPr>
              <a:t>이름</a:t>
            </a:r>
            <a:endParaRPr sz="4500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sz="3600" dirty="0">
                <a:solidFill>
                  <a:srgbClr val="FFDC3C"/>
                </a:solidFill>
                <a:latin typeface="Arial"/>
              </a:rPr>
              <a:t>And Lord, we trust in Your unfailing love</a:t>
            </a:r>
          </a:p>
          <a:p>
            <a:pPr algn="ctr"/>
            <a:r>
              <a:rPr sz="4000" dirty="0">
                <a:solidFill>
                  <a:srgbClr val="FFDC3C"/>
                </a:solidFill>
                <a:latin typeface="Arial"/>
              </a:rPr>
              <a:t>For You alone are God eternal, Throughout Earth and Heaven above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테크닉">
  <a:themeElements>
    <a:clrScheme name="테크닉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144</Words>
  <Application>Microsoft Macintosh PowerPoint</Application>
  <PresentationFormat>On-screen Show (16:9)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Malgun Gothic</vt:lpstr>
      <vt:lpstr>Arial</vt:lpstr>
      <vt:lpstr>Libre Franklin</vt:lpstr>
      <vt:lpstr>Noto Sans Symbols</vt:lpstr>
      <vt:lpstr>테크닉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WMBC-OFFICE</dc:creator>
  <cp:lastModifiedBy>Dongkyun Kim</cp:lastModifiedBy>
  <cp:revision>9</cp:revision>
  <dcterms:created xsi:type="dcterms:W3CDTF">2016-01-02T19:13:15Z</dcterms:created>
  <dcterms:modified xsi:type="dcterms:W3CDTF">2026-08-08T07:37:34Z</dcterms:modified>
</cp:coreProperties>
</file>
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9144000" cy="5143500" type="screen16x9"/>
  <p:notesSz cx="9144000" cy="6858000"/>
  <p:embeddedFontLst>
    <p:embeddedFont>
      <p:font typeface="Libre Franklin" pitchFamily="2" charset="77"/>
      <p:regular r:id="rId3"/>
      <p:bold r:id="rId4"/>
      <p:italic r:id="rId5"/>
      <p:boldItalic r:id="rId6"/>
    </p:embeddedFont>
    <p:embeddedFont>
      <p:font typeface="Malgun Gothic" panose="020B0503020000020004" pitchFamily="34" charset="-127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3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RqkWnPS+4kT94pUb9A0QO5LYG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19"/>
    <p:restoredTop sz="94613"/>
  </p:normalViewPr>
  <p:slideViewPr>
    <p:cSldViewPr snapToGrid="0">
      <p:cViewPr varScale="1">
        <p:scale>
          <a:sx n="128" d="100"/>
          <a:sy n="128" d="100"/>
        </p:scale>
        <p:origin x="656" y="176"/>
      </p:cViewPr>
      <p:guideLst>
        <p:guide orient="horz" pos="15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48" Type="http://customschemas.google.com/relationships/presentationmetadata" Target="metadata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7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body" idx="1"/>
          </p:nvPr>
        </p:nvSpPr>
        <p:spPr>
          <a:xfrm>
            <a:off x="457200" y="4114800"/>
            <a:ext cx="40401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body" idx="2"/>
          </p:nvPr>
        </p:nvSpPr>
        <p:spPr>
          <a:xfrm>
            <a:off x="4645026" y="4114800"/>
            <a:ext cx="40419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7"/>
          <p:cNvSpPr txBox="1">
            <a:spLocks noGrp="1"/>
          </p:cNvSpPr>
          <p:nvPr>
            <p:ph type="body" idx="3"/>
          </p:nvPr>
        </p:nvSpPr>
        <p:spPr>
          <a:xfrm>
            <a:off x="457200" y="1137706"/>
            <a:ext cx="4040100" cy="29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⦿"/>
              <a:defRPr sz="18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400"/>
            </a:lvl3pPr>
            <a:lvl4pPr marL="1828800" lvl="3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⚫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-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7"/>
          <p:cNvSpPr txBox="1">
            <a:spLocks noGrp="1"/>
          </p:cNvSpPr>
          <p:nvPr>
            <p:ph type="body" idx="4"/>
          </p:nvPr>
        </p:nvSpPr>
        <p:spPr>
          <a:xfrm>
            <a:off x="4645026" y="1137706"/>
            <a:ext cx="4041900" cy="29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⦿"/>
              <a:defRPr sz="18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400"/>
            </a:lvl3pPr>
            <a:lvl4pPr marL="1828800" lvl="3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⚫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-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7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>
            <a:spLocks noGrp="1"/>
          </p:cNvSpPr>
          <p:nvPr>
            <p:ph type="title"/>
          </p:nvPr>
        </p:nvSpPr>
        <p:spPr>
          <a:xfrm>
            <a:off x="457200" y="889147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2857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bre Franklin"/>
              <a:buNone/>
              <a:defRPr sz="14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0"/>
          <p:cNvSpPr txBox="1">
            <a:spLocks noGrp="1"/>
          </p:cNvSpPr>
          <p:nvPr>
            <p:ph type="body" idx="1"/>
          </p:nvPr>
        </p:nvSpPr>
        <p:spPr>
          <a:xfrm>
            <a:off x="457200" y="16081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2857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2"/>
          </p:nvPr>
        </p:nvSpPr>
        <p:spPr>
          <a:xfrm>
            <a:off x="457200" y="1485900"/>
            <a:ext cx="7086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⦿"/>
              <a:defRPr sz="21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⚫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7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-"/>
              <a:defRPr sz="15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8156575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5556732" y="1279282"/>
            <a:ext cx="30540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ibre Franklin"/>
              <a:buNone/>
              <a:defRPr sz="17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>
            <a:spLocks noGrp="1"/>
          </p:cNvSpPr>
          <p:nvPr>
            <p:ph type="pic" idx="2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rgbClr val="2B2B2B"/>
          </a:solidFill>
          <a:ln w="508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52000" dist="345000" dir="5400000" sx="-80000" sy="-18000" rotWithShape="0">
              <a:srgbClr val="000000">
                <a:alpha val="21568"/>
              </a:srgbClr>
            </a:outerShdw>
          </a:effectLst>
        </p:spPr>
      </p:sp>
      <p:sp>
        <p:nvSpPr>
          <p:cNvPr id="36" name="Google Shape;36;p51"/>
          <p:cNvSpPr txBox="1">
            <a:spLocks noGrp="1"/>
          </p:cNvSpPr>
          <p:nvPr>
            <p:ph type="body" idx="1"/>
          </p:nvPr>
        </p:nvSpPr>
        <p:spPr>
          <a:xfrm>
            <a:off x="5556734" y="2249076"/>
            <a:ext cx="3054000" cy="1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sz="9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Arial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600"/>
              <a:buFont typeface="Arial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7467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 rot="5400000">
            <a:off x="2493750" y="-836377"/>
            <a:ext cx="33945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⦿"/>
              <a:defRPr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4pPr>
            <a:lvl5pPr marL="2286000" lvl="4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3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3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⦿"/>
              <a:defRPr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4pPr>
            <a:lvl5pPr marL="2286000" lvl="4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3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3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7467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457200" y="1200172"/>
            <a:ext cx="7467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⦿"/>
              <a:def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○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89A4"/>
              </a:buClr>
              <a:buSzPts val="1400"/>
              <a:buFont typeface="Noto Sans Symbols"/>
              <a:buChar char="⚫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48560"/>
              </a:buClr>
              <a:buSzPts val="1500"/>
              <a:buFont typeface="Arial"/>
              <a:buChar char="-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-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9A99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9A99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자격 없는 날 왕께서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Who am I that the highest King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반기시네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Would welcome me?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잃어버린 날 찾으신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I was lost but He brought me in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오오 그 사랑 오오 그 사랑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Oh, His love for me, Oh, His love for 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독생자 예수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Who the Son sets free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자유케 하네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Oh, is free indeed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주의 자녀라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I'm a child of God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하시네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Yes, I 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내 모든 죄 대속하신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Free at last, He has ransomed me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주의 은혜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His grace runs deep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나 죄 아래 있을때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While I was a slave to sin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나를 위하여 죽으신 예수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Jesus died for me, Yes He died for 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독생자 예수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Who the Son sets free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자유케 하네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Oh, is free indeed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주의 자녀라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I'm a child of God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하시네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Yes, I 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택하시고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I am chosen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지키시며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Not forsaken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날 자녀라 하시네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I am who You say I 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그의 소유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You are for me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삼으시고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Not against 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날 자녀라 하시네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I am who You say I 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독생자 예수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Who the Son sets free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자유케 하네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Oh, is free indeed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4229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주의 자녀라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I'm a child of God</a:t>
            </a:r>
          </a:p>
          <a:p>
            <a:pPr algn="ctr"/>
            <a:r>
              <a:rPr sz="4500">
                <a:solidFill>
                  <a:srgbClr val="FFFFFF"/>
                </a:solidFill>
                <a:latin typeface="Malgun Gothic"/>
              </a:rPr>
              <a:t>하시네</a:t>
            </a:r>
          </a:p>
          <a:p>
            <a:pPr algn="ctr"/>
            <a:r>
              <a:rPr sz="4000">
                <a:solidFill>
                  <a:srgbClr val="FFDC3C"/>
                </a:solidFill>
                <a:latin typeface="Arial"/>
              </a:rPr>
              <a:t>Yes, I 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테크닉">
  <a:themeElements>
    <a:clrScheme name="테크닉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Malgun Gothic</vt:lpstr>
      <vt:lpstr>Libre Franklin</vt:lpstr>
      <vt:lpstr>Noto Sans Symbols</vt:lpstr>
      <vt:lpstr>Arial</vt:lpstr>
      <vt:lpstr>테크닉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WMBC-OFFICE</dc:creator>
  <cp:lastModifiedBy>Dongkyun Kim</cp:lastModifiedBy>
  <cp:revision>8</cp:revision>
  <dcterms:created xsi:type="dcterms:W3CDTF">2016-01-02T19:13:15Z</dcterms:created>
  <dcterms:modified xsi:type="dcterms:W3CDTF">2026-03-07T05:21:23Z</dcterms:modified>
</cp:coreProperties>
</file>
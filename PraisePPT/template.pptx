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"/>
  </p:notesMasterIdLst>
  <p:sldSz cx="9144000" cy="5143500" type="screen16x9"/>
  <p:notesSz cx="9144000" cy="6858000"/>
  <p:embeddedFontLst>
    <p:embeddedFont>
      <p:font typeface="Libre Franklin" pitchFamily="2" charset="77"/>
      <p:regular r:id="rId3"/>
      <p:bold r:id="rId4"/>
      <p:italic r:id="rId5"/>
      <p:boldItalic r:id="rId6"/>
    </p:embeddedFont>
    <p:embeddedFont>
      <p:font typeface="Malgun Gothic" panose="020B0503020000020004" pitchFamily="34" charset="-127"/>
      <p:regular r:id="rId7"/>
      <p:bold r:id="rId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53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8" roundtripDataSignature="AMtx7mgRqkWnPS+4kT94pUb9A0QO5LYG4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019"/>
    <p:restoredTop sz="94613"/>
  </p:normalViewPr>
  <p:slideViewPr>
    <p:cSldViewPr snapToGrid="0">
      <p:cViewPr varScale="1">
        <p:scale>
          <a:sx n="128" d="100"/>
          <a:sy n="128" d="100"/>
        </p:scale>
        <p:origin x="656" y="176"/>
      </p:cViewPr>
      <p:guideLst>
        <p:guide orient="horz" pos="153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6.fntdata"/><Relationship Id="rId51" Type="http://schemas.openxmlformats.org/officeDocument/2006/relationships/theme" Target="theme/theme1.xml"/><Relationship Id="rId3" Type="http://schemas.openxmlformats.org/officeDocument/2006/relationships/font" Target="fonts/font1.fntdata"/><Relationship Id="rId50" Type="http://schemas.openxmlformats.org/officeDocument/2006/relationships/viewProps" Target="viewProps.xml"/><Relationship Id="rId7" Type="http://schemas.openxmlformats.org/officeDocument/2006/relationships/font" Target="fonts/font5.fntdata"/><Relationship Id="rId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5" Type="http://schemas.openxmlformats.org/officeDocument/2006/relationships/font" Target="fonts/font3.fntdata"/><Relationship Id="rId49" Type="http://schemas.openxmlformats.org/officeDocument/2006/relationships/presProps" Target="presProps.xml"/><Relationship Id="rId52" Type="http://schemas.openxmlformats.org/officeDocument/2006/relationships/tableStyles" Target="tableStyles.xml"/><Relationship Id="rId4" Type="http://schemas.openxmlformats.org/officeDocument/2006/relationships/font" Target="fonts/font2.fntdata"/><Relationship Id="rId48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179484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-KR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7"/>
          <p:cNvSpPr txBox="1">
            <a:spLocks noGrp="1"/>
          </p:cNvSpPr>
          <p:nvPr>
            <p:ph type="title"/>
          </p:nvPr>
        </p:nvSpPr>
        <p:spPr>
          <a:xfrm>
            <a:off x="457200" y="204788"/>
            <a:ext cx="8229600" cy="8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28575" rIns="28575" bIns="285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7"/>
          <p:cNvSpPr txBox="1">
            <a:spLocks noGrp="1"/>
          </p:cNvSpPr>
          <p:nvPr>
            <p:ph type="body" idx="1"/>
          </p:nvPr>
        </p:nvSpPr>
        <p:spPr>
          <a:xfrm>
            <a:off x="457200" y="4114800"/>
            <a:ext cx="4040100" cy="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800" b="1">
                <a:solidFill>
                  <a:schemeClr val="accen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500" b="1"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400" b="1"/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 sz="1200" b="1"/>
            </a:lvl4pPr>
            <a:lvl5pPr marL="2286000" lvl="4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5pPr>
            <a:lvl6pPr marL="2743200" lvl="5" indent="-2984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-"/>
              <a:defRPr/>
            </a:lvl6pPr>
            <a:lvl7pPr marL="3200400" lvl="6" indent="-2984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7pPr>
            <a:lvl8pPr marL="3657600" lvl="7" indent="-2984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▪"/>
              <a:defRPr/>
            </a:lvl8pPr>
            <a:lvl9pPr marL="4114800" lvl="8" indent="-2984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9pPr>
          </a:lstStyle>
          <a:p>
            <a:endParaRPr/>
          </a:p>
        </p:txBody>
      </p:sp>
      <p:sp>
        <p:nvSpPr>
          <p:cNvPr id="19" name="Google Shape;19;p47"/>
          <p:cNvSpPr txBox="1">
            <a:spLocks noGrp="1"/>
          </p:cNvSpPr>
          <p:nvPr>
            <p:ph type="body" idx="2"/>
          </p:nvPr>
        </p:nvSpPr>
        <p:spPr>
          <a:xfrm>
            <a:off x="4645026" y="4114800"/>
            <a:ext cx="4041900" cy="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800" b="1">
                <a:solidFill>
                  <a:schemeClr val="accen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500" b="1"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400" b="1"/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 sz="1200" b="1"/>
            </a:lvl4pPr>
            <a:lvl5pPr marL="2286000" lvl="4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5pPr>
            <a:lvl6pPr marL="2743200" lvl="5" indent="-2984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-"/>
              <a:defRPr/>
            </a:lvl6pPr>
            <a:lvl7pPr marL="3200400" lvl="6" indent="-2984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7pPr>
            <a:lvl8pPr marL="3657600" lvl="7" indent="-2984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▪"/>
              <a:defRPr/>
            </a:lvl8pPr>
            <a:lvl9pPr marL="4114800" lvl="8" indent="-2984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47"/>
          <p:cNvSpPr txBox="1">
            <a:spLocks noGrp="1"/>
          </p:cNvSpPr>
          <p:nvPr>
            <p:ph type="body" idx="3"/>
          </p:nvPr>
        </p:nvSpPr>
        <p:spPr>
          <a:xfrm>
            <a:off x="457200" y="1137706"/>
            <a:ext cx="4040100" cy="29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t" anchorCtr="0">
            <a:noAutofit/>
          </a:bodyPr>
          <a:lstStyle>
            <a:lvl1pPr marL="457200" lvl="0" indent="-3238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500"/>
              <a:buChar char="⦿"/>
              <a:defRPr sz="1800"/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⚫"/>
              <a:defRPr sz="1500"/>
            </a:lvl2pPr>
            <a:lvl3pPr marL="1371600" lvl="2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○"/>
              <a:defRPr sz="1400"/>
            </a:lvl3pPr>
            <a:lvl4pPr marL="1828800" lvl="3" indent="-2984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⚫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-"/>
              <a:defRPr sz="1200"/>
            </a:lvl5pPr>
            <a:lvl6pPr marL="2743200" lvl="5" indent="-2984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-"/>
              <a:defRPr/>
            </a:lvl6pPr>
            <a:lvl7pPr marL="3200400" lvl="6" indent="-2984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7pPr>
            <a:lvl8pPr marL="3657600" lvl="7" indent="-2984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▪"/>
              <a:defRPr/>
            </a:lvl8pPr>
            <a:lvl9pPr marL="4114800" lvl="8" indent="-2984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1;p47"/>
          <p:cNvSpPr txBox="1">
            <a:spLocks noGrp="1"/>
          </p:cNvSpPr>
          <p:nvPr>
            <p:ph type="body" idx="4"/>
          </p:nvPr>
        </p:nvSpPr>
        <p:spPr>
          <a:xfrm>
            <a:off x="4645026" y="1137706"/>
            <a:ext cx="4041900" cy="29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t" anchorCtr="0">
            <a:noAutofit/>
          </a:bodyPr>
          <a:lstStyle>
            <a:lvl1pPr marL="457200" lvl="0" indent="-3238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500"/>
              <a:buChar char="⦿"/>
              <a:defRPr sz="1800"/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⚫"/>
              <a:defRPr sz="1500"/>
            </a:lvl2pPr>
            <a:lvl3pPr marL="1371600" lvl="2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○"/>
              <a:defRPr sz="1400"/>
            </a:lvl3pPr>
            <a:lvl4pPr marL="1828800" lvl="3" indent="-2984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⚫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-"/>
              <a:defRPr sz="1200"/>
            </a:lvl5pPr>
            <a:lvl6pPr marL="2743200" lvl="5" indent="-2984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-"/>
              <a:defRPr/>
            </a:lvl6pPr>
            <a:lvl7pPr marL="3200400" lvl="6" indent="-2984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7pPr>
            <a:lvl8pPr marL="3657600" lvl="7" indent="-2984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▪"/>
              <a:defRPr/>
            </a:lvl8pPr>
            <a:lvl9pPr marL="4114800" lvl="8" indent="-2984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47"/>
          <p:cNvSpPr txBox="1">
            <a:spLocks noGrp="1"/>
          </p:cNvSpPr>
          <p:nvPr>
            <p:ph type="dt" idx="10"/>
          </p:nvPr>
        </p:nvSpPr>
        <p:spPr>
          <a:xfrm>
            <a:off x="457200" y="4816080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7"/>
          <p:cNvSpPr txBox="1">
            <a:spLocks noGrp="1"/>
          </p:cNvSpPr>
          <p:nvPr>
            <p:ph type="ftr" idx="11"/>
          </p:nvPr>
        </p:nvSpPr>
        <p:spPr>
          <a:xfrm>
            <a:off x="3124200" y="4816080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8575" rIns="0" bIns="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7"/>
          <p:cNvSpPr txBox="1">
            <a:spLocks noGrp="1"/>
          </p:cNvSpPr>
          <p:nvPr>
            <p:ph type="sldNum" idx="12"/>
          </p:nvPr>
        </p:nvSpPr>
        <p:spPr>
          <a:xfrm>
            <a:off x="8153400" y="4816080"/>
            <a:ext cx="76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0"/>
          <p:cNvSpPr txBox="1">
            <a:spLocks noGrp="1"/>
          </p:cNvSpPr>
          <p:nvPr>
            <p:ph type="title"/>
          </p:nvPr>
        </p:nvSpPr>
        <p:spPr>
          <a:xfrm>
            <a:off x="457200" y="889147"/>
            <a:ext cx="3200400" cy="5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28575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ibre Franklin"/>
              <a:buNone/>
              <a:defRPr sz="1400" b="1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0"/>
          <p:cNvSpPr txBox="1">
            <a:spLocks noGrp="1"/>
          </p:cNvSpPr>
          <p:nvPr>
            <p:ph type="body" idx="1"/>
          </p:nvPr>
        </p:nvSpPr>
        <p:spPr>
          <a:xfrm>
            <a:off x="457200" y="160818"/>
            <a:ext cx="2743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28575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None/>
              <a:defRPr sz="1100"/>
            </a:lvl1pPr>
            <a:lvl2pPr marL="914400" lvl="1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9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700"/>
              <a:buNone/>
              <a:defRPr sz="800"/>
            </a:lvl3pPr>
            <a:lvl4pPr marL="1828800" lvl="3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600"/>
              <a:buNone/>
              <a:defRPr sz="700"/>
            </a:lvl4pPr>
            <a:lvl5pPr marL="2286000" lvl="4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5pPr>
            <a:lvl6pPr marL="2743200" lvl="5" indent="-2984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-"/>
              <a:defRPr/>
            </a:lvl6pPr>
            <a:lvl7pPr marL="3200400" lvl="6" indent="-2984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7pPr>
            <a:lvl8pPr marL="3657600" lvl="7" indent="-2984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▪"/>
              <a:defRPr/>
            </a:lvl8pPr>
            <a:lvl9pPr marL="4114800" lvl="8" indent="-2984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50"/>
          <p:cNvSpPr txBox="1">
            <a:spLocks noGrp="1"/>
          </p:cNvSpPr>
          <p:nvPr>
            <p:ph type="body" idx="2"/>
          </p:nvPr>
        </p:nvSpPr>
        <p:spPr>
          <a:xfrm>
            <a:off x="457200" y="1485900"/>
            <a:ext cx="7086600" cy="28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t" anchorCtr="0">
            <a:noAutofit/>
          </a:bodyPr>
          <a:lstStyle>
            <a:lvl1pPr marL="457200" lvl="0" indent="-3365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700"/>
              <a:buChar char="⦿"/>
              <a:defRPr sz="2100"/>
            </a:lvl1pPr>
            <a:lvl2pPr marL="91440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⚫"/>
              <a:defRPr sz="1800"/>
            </a:lvl2pPr>
            <a:lvl3pPr marL="1371600" lvl="2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○"/>
              <a:defRPr sz="1700"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⚫"/>
              <a:defRPr sz="1500"/>
            </a:lvl4pPr>
            <a:lvl5pPr marL="2286000" lvl="4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Char char="-"/>
              <a:defRPr sz="1500"/>
            </a:lvl5pPr>
            <a:lvl6pPr marL="2743200" lvl="5" indent="-2984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-"/>
              <a:defRPr/>
            </a:lvl6pPr>
            <a:lvl7pPr marL="3200400" lvl="6" indent="-2984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7pPr>
            <a:lvl8pPr marL="3657600" lvl="7" indent="-2984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▪"/>
              <a:defRPr/>
            </a:lvl8pPr>
            <a:lvl9pPr marL="4114800" lvl="8" indent="-2984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50"/>
          <p:cNvSpPr txBox="1">
            <a:spLocks noGrp="1"/>
          </p:cNvSpPr>
          <p:nvPr>
            <p:ph type="dt" idx="10"/>
          </p:nvPr>
        </p:nvSpPr>
        <p:spPr>
          <a:xfrm>
            <a:off x="457200" y="4816080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0"/>
          <p:cNvSpPr txBox="1">
            <a:spLocks noGrp="1"/>
          </p:cNvSpPr>
          <p:nvPr>
            <p:ph type="ftr" idx="11"/>
          </p:nvPr>
        </p:nvSpPr>
        <p:spPr>
          <a:xfrm>
            <a:off x="3124200" y="4816080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8575" rIns="0" bIns="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0"/>
          <p:cNvSpPr txBox="1">
            <a:spLocks noGrp="1"/>
          </p:cNvSpPr>
          <p:nvPr>
            <p:ph type="sldNum" idx="12"/>
          </p:nvPr>
        </p:nvSpPr>
        <p:spPr>
          <a:xfrm>
            <a:off x="8156575" y="4816080"/>
            <a:ext cx="76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1"/>
          <p:cNvSpPr txBox="1">
            <a:spLocks noGrp="1"/>
          </p:cNvSpPr>
          <p:nvPr>
            <p:ph type="title"/>
          </p:nvPr>
        </p:nvSpPr>
        <p:spPr>
          <a:xfrm>
            <a:off x="5556732" y="1279282"/>
            <a:ext cx="3054000" cy="9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28575" rIns="28575" bIns="2857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Libre Franklin"/>
              <a:buNone/>
              <a:defRPr sz="1700" b="1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1"/>
          <p:cNvSpPr>
            <a:spLocks noGrp="1"/>
          </p:cNvSpPr>
          <p:nvPr>
            <p:ph type="pic" idx="2"/>
          </p:nvPr>
        </p:nvSpPr>
        <p:spPr>
          <a:xfrm>
            <a:off x="1065628" y="764930"/>
            <a:ext cx="4114800" cy="3086100"/>
          </a:xfrm>
          <a:prstGeom prst="ellipse">
            <a:avLst/>
          </a:prstGeom>
          <a:solidFill>
            <a:srgbClr val="2B2B2B"/>
          </a:solidFill>
          <a:ln w="508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152000" dist="345000" dir="5400000" sx="-80000" sy="-18000" rotWithShape="0">
              <a:srgbClr val="000000">
                <a:alpha val="21568"/>
              </a:srgbClr>
            </a:outerShdw>
          </a:effectLst>
        </p:spPr>
      </p:sp>
      <p:sp>
        <p:nvSpPr>
          <p:cNvPr id="36" name="Google Shape;36;p51"/>
          <p:cNvSpPr txBox="1">
            <a:spLocks noGrp="1"/>
          </p:cNvSpPr>
          <p:nvPr>
            <p:ph type="body" idx="1"/>
          </p:nvPr>
        </p:nvSpPr>
        <p:spPr>
          <a:xfrm>
            <a:off x="5556734" y="2249076"/>
            <a:ext cx="3054000" cy="19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28575" rIns="28575" bIns="2857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700"/>
              <a:buFont typeface="Arial"/>
              <a:buNone/>
              <a:defRPr sz="900"/>
            </a:lvl1pPr>
            <a:lvl2pPr marL="914400" lvl="1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Font typeface="Arial"/>
              <a:buNone/>
              <a:defRPr sz="9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700"/>
              <a:buFont typeface="Arial"/>
              <a:buNone/>
              <a:defRPr sz="800"/>
            </a:lvl3pPr>
            <a:lvl4pPr marL="1828800" lvl="3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600"/>
              <a:buFont typeface="Arial"/>
              <a:buNone/>
              <a:defRPr sz="700"/>
            </a:lvl4pPr>
            <a:lvl5pPr marL="2286000" lvl="4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marL="2743200" lvl="5" indent="-2984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-"/>
              <a:defRPr/>
            </a:lvl6pPr>
            <a:lvl7pPr marL="3200400" lvl="6" indent="-2984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7pPr>
            <a:lvl8pPr marL="3657600" lvl="7" indent="-2984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▪"/>
              <a:defRPr/>
            </a:lvl8pPr>
            <a:lvl9pPr marL="4114800" lvl="8" indent="-2984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51"/>
          <p:cNvSpPr txBox="1">
            <a:spLocks noGrp="1"/>
          </p:cNvSpPr>
          <p:nvPr>
            <p:ph type="dt" idx="10"/>
          </p:nvPr>
        </p:nvSpPr>
        <p:spPr>
          <a:xfrm>
            <a:off x="457200" y="4816080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1"/>
          <p:cNvSpPr txBox="1">
            <a:spLocks noGrp="1"/>
          </p:cNvSpPr>
          <p:nvPr>
            <p:ph type="ftr" idx="11"/>
          </p:nvPr>
        </p:nvSpPr>
        <p:spPr>
          <a:xfrm>
            <a:off x="3124200" y="4816080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8575" rIns="0" bIns="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1"/>
          <p:cNvSpPr txBox="1">
            <a:spLocks noGrp="1"/>
          </p:cNvSpPr>
          <p:nvPr>
            <p:ph type="sldNum" idx="12"/>
          </p:nvPr>
        </p:nvSpPr>
        <p:spPr>
          <a:xfrm>
            <a:off x="8153400" y="4816080"/>
            <a:ext cx="76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2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7467600" cy="8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28575" rIns="28575" bIns="285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2"/>
          <p:cNvSpPr txBox="1">
            <a:spLocks noGrp="1"/>
          </p:cNvSpPr>
          <p:nvPr>
            <p:ph type="body" idx="1"/>
          </p:nvPr>
        </p:nvSpPr>
        <p:spPr>
          <a:xfrm rot="5400000">
            <a:off x="2493750" y="-836377"/>
            <a:ext cx="3394500" cy="74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t" anchorCtr="0">
            <a:noAutofit/>
          </a:bodyPr>
          <a:lstStyle>
            <a:lvl1pPr marL="457200" lvl="0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Char char="⦿"/>
              <a:defRPr/>
            </a:lvl1pPr>
            <a:lvl2pPr marL="914400" lvl="1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⚫"/>
              <a:defRPr/>
            </a:lvl2pPr>
            <a:lvl3pPr marL="1371600" lvl="2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○"/>
              <a:defRPr/>
            </a:lvl3pPr>
            <a:lvl4pPr marL="1828800" lvl="3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⚫"/>
              <a:defRPr/>
            </a:lvl4pPr>
            <a:lvl5pPr marL="2286000" lvl="4" indent="-2984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-"/>
              <a:defRPr/>
            </a:lvl5pPr>
            <a:lvl6pPr marL="2743200" lvl="5" indent="-2984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-"/>
              <a:defRPr/>
            </a:lvl6pPr>
            <a:lvl7pPr marL="3200400" lvl="6" indent="-2984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7pPr>
            <a:lvl8pPr marL="3657600" lvl="7" indent="-2984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▪"/>
              <a:defRPr/>
            </a:lvl8pPr>
            <a:lvl9pPr marL="4114800" lvl="8" indent="-2984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52"/>
          <p:cNvSpPr txBox="1">
            <a:spLocks noGrp="1"/>
          </p:cNvSpPr>
          <p:nvPr>
            <p:ph type="dt" idx="10"/>
          </p:nvPr>
        </p:nvSpPr>
        <p:spPr>
          <a:xfrm>
            <a:off x="457200" y="4816080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52"/>
          <p:cNvSpPr txBox="1">
            <a:spLocks noGrp="1"/>
          </p:cNvSpPr>
          <p:nvPr>
            <p:ph type="ftr" idx="11"/>
          </p:nvPr>
        </p:nvSpPr>
        <p:spPr>
          <a:xfrm>
            <a:off x="3124200" y="4816080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8575" rIns="0" bIns="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52"/>
          <p:cNvSpPr txBox="1">
            <a:spLocks noGrp="1"/>
          </p:cNvSpPr>
          <p:nvPr>
            <p:ph type="sldNum" idx="12"/>
          </p:nvPr>
        </p:nvSpPr>
        <p:spPr>
          <a:xfrm>
            <a:off x="8153400" y="4816080"/>
            <a:ext cx="76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3"/>
          <p:cNvSpPr txBox="1">
            <a:spLocks noGrp="1"/>
          </p:cNvSpPr>
          <p:nvPr>
            <p:ph type="title"/>
          </p:nvPr>
        </p:nvSpPr>
        <p:spPr>
          <a:xfrm rot="5400000">
            <a:off x="5463750" y="1371629"/>
            <a:ext cx="43887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28575" rIns="28575" bIns="285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53"/>
          <p:cNvSpPr txBox="1">
            <a:spLocks noGrp="1"/>
          </p:cNvSpPr>
          <p:nvPr>
            <p:ph type="body" idx="1"/>
          </p:nvPr>
        </p:nvSpPr>
        <p:spPr>
          <a:xfrm rot="5400000">
            <a:off x="1272750" y="-609571"/>
            <a:ext cx="4388700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t" anchorCtr="0">
            <a:noAutofit/>
          </a:bodyPr>
          <a:lstStyle>
            <a:lvl1pPr marL="457200" lvl="0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Char char="⦿"/>
              <a:defRPr/>
            </a:lvl1pPr>
            <a:lvl2pPr marL="914400" lvl="1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⚫"/>
              <a:defRPr/>
            </a:lvl2pPr>
            <a:lvl3pPr marL="1371600" lvl="2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○"/>
              <a:defRPr/>
            </a:lvl3pPr>
            <a:lvl4pPr marL="1828800" lvl="3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⚫"/>
              <a:defRPr/>
            </a:lvl4pPr>
            <a:lvl5pPr marL="2286000" lvl="4" indent="-2984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-"/>
              <a:defRPr/>
            </a:lvl5pPr>
            <a:lvl6pPr marL="2743200" lvl="5" indent="-2984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-"/>
              <a:defRPr/>
            </a:lvl6pPr>
            <a:lvl7pPr marL="3200400" lvl="6" indent="-2984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7pPr>
            <a:lvl8pPr marL="3657600" lvl="7" indent="-2984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▪"/>
              <a:defRPr/>
            </a:lvl8pPr>
            <a:lvl9pPr marL="4114800" lvl="8" indent="-2984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53"/>
          <p:cNvSpPr txBox="1">
            <a:spLocks noGrp="1"/>
          </p:cNvSpPr>
          <p:nvPr>
            <p:ph type="dt" idx="10"/>
          </p:nvPr>
        </p:nvSpPr>
        <p:spPr>
          <a:xfrm>
            <a:off x="457200" y="4816080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53"/>
          <p:cNvSpPr txBox="1">
            <a:spLocks noGrp="1"/>
          </p:cNvSpPr>
          <p:nvPr>
            <p:ph type="ftr" idx="11"/>
          </p:nvPr>
        </p:nvSpPr>
        <p:spPr>
          <a:xfrm>
            <a:off x="3124200" y="4816080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8575" rIns="0" bIns="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3"/>
          <p:cNvSpPr txBox="1">
            <a:spLocks noGrp="1"/>
          </p:cNvSpPr>
          <p:nvPr>
            <p:ph type="sldNum" idx="12"/>
          </p:nvPr>
        </p:nvSpPr>
        <p:spPr>
          <a:xfrm>
            <a:off x="8153400" y="4816080"/>
            <a:ext cx="76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1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7467600" cy="8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28575" rIns="28575" bIns="285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35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35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35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35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35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35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35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35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35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11" name="Google Shape;11;p41"/>
          <p:cNvSpPr txBox="1">
            <a:spLocks noGrp="1"/>
          </p:cNvSpPr>
          <p:nvPr>
            <p:ph type="body" idx="1"/>
          </p:nvPr>
        </p:nvSpPr>
        <p:spPr>
          <a:xfrm>
            <a:off x="457200" y="1200172"/>
            <a:ext cx="74676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t" anchorCtr="0">
            <a:noAutofit/>
          </a:bodyPr>
          <a:lstStyle>
            <a:lvl1pPr marL="457200" marR="0" lvl="0" indent="-3492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Noto Sans Symbols"/>
              <a:buChar char="⦿"/>
              <a:defRPr sz="2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⚫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○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D89A4"/>
              </a:buClr>
              <a:buSzPts val="1400"/>
              <a:buFont typeface="Noto Sans Symbols"/>
              <a:buChar char="⚫"/>
              <a:defRPr sz="1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748560"/>
              </a:buClr>
              <a:buSzPts val="1500"/>
              <a:buFont typeface="Arial"/>
              <a:buChar char="-"/>
              <a:defRPr sz="1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5"/>
              </a:buClr>
              <a:buSzPts val="1500"/>
              <a:buFont typeface="Arial"/>
              <a:buChar char="-"/>
              <a:defRPr sz="1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Arial"/>
              <a:buChar char="▪"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41"/>
          <p:cNvSpPr txBox="1">
            <a:spLocks noGrp="1"/>
          </p:cNvSpPr>
          <p:nvPr>
            <p:ph type="dt" idx="10"/>
          </p:nvPr>
        </p:nvSpPr>
        <p:spPr>
          <a:xfrm>
            <a:off x="457200" y="4816080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800" b="0" i="0" u="none" strike="noStrike" cap="none">
                <a:solidFill>
                  <a:srgbClr val="9A999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41"/>
          <p:cNvSpPr txBox="1">
            <a:spLocks noGrp="1"/>
          </p:cNvSpPr>
          <p:nvPr>
            <p:ph type="ftr" idx="11"/>
          </p:nvPr>
        </p:nvSpPr>
        <p:spPr>
          <a:xfrm>
            <a:off x="3124200" y="4816080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8575" rIns="0" bIns="0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800" b="0" i="0" u="none" strike="noStrike" cap="none">
                <a:solidFill>
                  <a:srgbClr val="9A999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41"/>
          <p:cNvSpPr txBox="1">
            <a:spLocks noGrp="1"/>
          </p:cNvSpPr>
          <p:nvPr>
            <p:ph type="sldNum" idx="12"/>
          </p:nvPr>
        </p:nvSpPr>
        <p:spPr>
          <a:xfrm>
            <a:off x="8153400" y="4816080"/>
            <a:ext cx="76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9B9A9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53" r:id="rId3"/>
    <p:sldLayoutId id="2147483654" r:id="rId4"/>
    <p:sldLayoutId id="2147483655" r:id="rId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theme/theme1.xml><?xml version="1.0" encoding="utf-8"?>
<a:theme xmlns:a="http://schemas.openxmlformats.org/drawingml/2006/main" name="테크닉">
  <a:themeElements>
    <a:clrScheme name="테크닉">
      <a:dk1>
        <a:srgbClr val="000000"/>
      </a:dk1>
      <a:lt1>
        <a:srgbClr val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</TotalTime>
  <Words>0</Words>
  <Application>Microsoft Macintosh PowerPoint</Application>
  <PresentationFormat>On-screen Show (16:9)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Malgun Gothic</vt:lpstr>
      <vt:lpstr>Libre Franklin</vt:lpstr>
      <vt:lpstr>Noto Sans Symbols</vt:lpstr>
      <vt:lpstr>Arial</vt:lpstr>
      <vt:lpstr>테크닉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WMBC-OFFICE</dc:creator>
  <cp:lastModifiedBy>Dongkyun Kim</cp:lastModifiedBy>
  <cp:revision>8</cp:revision>
  <dcterms:created xsi:type="dcterms:W3CDTF">2016-01-02T19:13:15Z</dcterms:created>
  <dcterms:modified xsi:type="dcterms:W3CDTF">2026-03-07T05:21:23Z</dcterms:modified>
</cp:coreProperties>
</file>
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latin typeface="AppleGothic"/>
              </a:rPr>
              <a:t>주의 이름 높이며 [cite: 1]</a:t>
            </a:r>
            <a:br/>
            <a:r>
              <a:rPr sz="4400" b="1">
                <a:latin typeface="AppleGothic"/>
              </a:rPr>
              <a:t>Lord, I will lift your name on high [cite: 1]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latin typeface="AppleGothic"/>
              </a:rPr>
              <a:t>주의 이름 높이며 [cite: 2]</a:t>
            </a:r>
            <a:br/>
            <a:r>
              <a:rPr sz="4400" b="1">
                <a:latin typeface="AppleGothic"/>
              </a:rPr>
              <a:t>주를 찬양 하나이다 [cite: 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latin typeface="AppleGothic"/>
              </a:rPr>
              <a:t>나를 구하러 오신 [cite: 5]</a:t>
            </a:r>
            <a:br/>
            <a:r>
              <a:rPr sz="4400" b="1">
                <a:latin typeface="AppleGothic"/>
              </a:rPr>
              <a:t>주를 기뻐하나이다 [cite: 6]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